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12192000"/>
  <p:embeddedFontLst>
    <p:embeddedFont>
      <p:font typeface="Krona One" panose="020B0604020202020204" charset="0"/>
      <p:regular r:id="rId11"/>
    </p:embeddedFont>
    <p:embeddedFont>
      <p:font typeface="Lexend" panose="020B0604020202020204" charset="0"/>
      <p:regular r:id="rId12"/>
    </p:embeddedFont>
    <p:embeddedFont>
      <p:font typeface="Lexend Medium" panose="020B0604020202020204" charset="0"/>
      <p:regular r:id="rId13"/>
    </p:embeddedFont>
    <p:embeddedFont>
      <p:font typeface="Martian Mono Medium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192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195" y="1486972"/>
            <a:ext cx="642603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DIGITAL LOGIC · COMBINATIONAL CIRCUITS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03195" y="1848461"/>
            <a:ext cx="5816454" cy="2468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0" kern="100" spc="-6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8-to-3</a:t>
            </a:r>
            <a:endParaRPr lang="en-US" sz="6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6000" kern="100" spc="-6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Priority Encoder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03195" y="4576683"/>
            <a:ext cx="5816454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Eight request lines enter. One winning input becomes a three-bit code.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One output code, eight possible requests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53401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 priority encoder is a combinational circuit with 8 inputs and 3 binary outputs.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2642691"/>
            <a:ext cx="3454314" cy="1658938"/>
          </a:xfrm>
          <a:prstGeom prst="roundRect">
            <a:avLst>
              <a:gd name="adj" fmla="val 918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7229" y="2934856"/>
            <a:ext cx="2959026" cy="6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E6E9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8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57229" y="3831788"/>
            <a:ext cx="320667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request inputs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8691" y="2642691"/>
            <a:ext cx="3454314" cy="1658938"/>
          </a:xfrm>
          <a:prstGeom prst="roundRect">
            <a:avLst>
              <a:gd name="adj" fmla="val 918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6335" y="2934856"/>
            <a:ext cx="2959026" cy="6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E6E9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3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616335" y="3831788"/>
            <a:ext cx="320667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encoded outputs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7797" y="2642691"/>
            <a:ext cx="3454314" cy="1658938"/>
          </a:xfrm>
          <a:prstGeom prst="roundRect">
            <a:avLst>
              <a:gd name="adj" fmla="val 918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75440" y="2934856"/>
            <a:ext cx="2959026" cy="6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9347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1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375440" y="3831788"/>
            <a:ext cx="320667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winning request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585" y="4516259"/>
            <a:ext cx="10972526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circuit reports the binary index of the highest-priority active input. Unlike a basic encoder, it produces a defined result when several inputs are active.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PRIORITY RULE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Priority decides which input is seen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53401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Assume active-high inputs Y7…Y0: Y7 has highest priority and Y0 lowest. X marks lower-priority inputs that no longer affect the result.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737941"/>
          <a:ext cx="5333865" cy="2837386"/>
        </p:xfrm>
        <a:graphic>
          <a:graphicData uri="http://schemas.openxmlformats.org/drawingml/2006/table">
            <a:tbl>
              <a:tblPr/>
              <a:tblGrid>
                <a:gridCol w="2224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56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Input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A2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V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Y7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Y6, Y7=0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Y5, Y7…Y6=0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2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Y4, Y7…Y5=0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2737941"/>
          <a:ext cx="5333865" cy="3408673"/>
        </p:xfrm>
        <a:graphic>
          <a:graphicData uri="http://schemas.openxmlformats.org/drawingml/2006/table">
            <a:tbl>
              <a:tblPr/>
              <a:tblGrid>
                <a:gridCol w="2224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56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Input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A2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V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Y3, Y7…Y4=0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Y2, Y7…Y3=0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Y1, Y7…Y2=0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Y0, Y7…Y1=0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2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None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–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–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–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6428641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 = 1 when any input is active; V = 0 when all inputs are 0.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FROM PRIORITY TO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Boolean equations turn priority into gates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53401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Mask each lower input with the condition that every higher input is inactive.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2737941"/>
            <a:ext cx="3555911" cy="2947392"/>
          </a:xfrm>
          <a:prstGeom prst="roundRect">
            <a:avLst>
              <a:gd name="adj" fmla="val 517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7229" y="3002736"/>
            <a:ext cx="330826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MASKED WINNERS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7229" y="3361432"/>
            <a:ext cx="3060623" cy="207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P7 = Y7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P6 = ¬Y7 · Y6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P5 = ¬Y7 · ¬Y6 · Y5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P0 = ¬Y7 · ¬Y6 · ¬Y5 · ¬Y4 · ¬Y3 · ¬Y2 · ¬Y1 · Y0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70288" y="2737941"/>
            <a:ext cx="7111822" cy="2947392"/>
          </a:xfrm>
          <a:prstGeom prst="roundRect">
            <a:avLst>
              <a:gd name="adj" fmla="val 517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17932" y="3002736"/>
            <a:ext cx="686417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OUTPUT OR-PLANES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17932" y="3361432"/>
            <a:ext cx="6616534" cy="176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A2 = P7 + P6 + P5 + P4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A1 = P7 + P6 + P3 + P2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A0 = P7 + P5 + P3 + P1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 = Y7 + Y6 + Y5 + Y4 + Y3 + Y2 + Y1 + Y0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585" y="5897424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NOT gates create the masks. AND gates identify one winning input. OR gates combine winners into A2A1A0 and V.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844"/>
            <a:ext cx="7604629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75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 LIVE REQUEST BUS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9585" y="924470"/>
            <a:ext cx="6995045" cy="783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00" kern="100" spc="-13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How the encoder works in real time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585" y="1973362"/>
            <a:ext cx="6995045" cy="2910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67360" indent="-467360" algn="l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sz="2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Monitor all eight request lines.</a:t>
            </a:r>
            <a:endParaRPr lang="en-US" sz="2300" dirty="0"/>
          </a:p>
          <a:p>
            <a:pPr marL="467360" indent="-467360" algn="l">
              <a:lnSpc>
                <a:spcPct val="110000"/>
              </a:lnSpc>
              <a:buSzPct val="100000"/>
              <a:buFont typeface="+mj-lt"/>
              <a:buAutoNum type="arabicPeriod" startAt="2"/>
            </a:pPr>
            <a:r>
              <a:rPr lang="en-US" sz="2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Block every input below the highest active request.</a:t>
            </a:r>
            <a:endParaRPr lang="en-US" sz="2300" dirty="0"/>
          </a:p>
          <a:p>
            <a:pPr marL="467360" indent="-467360" algn="l">
              <a:lnSpc>
                <a:spcPct val="110000"/>
              </a:lnSpc>
              <a:buSzPct val="100000"/>
              <a:buFont typeface="+mj-lt"/>
              <a:buAutoNum type="arabicPeriod" startAt="3"/>
            </a:pPr>
            <a:r>
              <a:rPr lang="en-US" sz="2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Pass the winning input's 3-bit binary code to the outputs.</a:t>
            </a:r>
            <a:endParaRPr lang="en-US" sz="2300" dirty="0"/>
          </a:p>
          <a:p>
            <a:pPr marL="467360" indent="-467360" algn="l">
              <a:lnSpc>
                <a:spcPct val="110000"/>
              </a:lnSpc>
              <a:buSzPct val="100000"/>
              <a:buFont typeface="+mj-lt"/>
              <a:buAutoNum type="arabicPeriod" startAt="4"/>
            </a:pPr>
            <a:r>
              <a:rPr lang="en-US" sz="2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Raise V so the next circuit knows the code is meaningful.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09585" y="5134471"/>
            <a:ext cx="6995045" cy="1726902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5363315"/>
            <a:ext cx="6766450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75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WORKED EXAMPLE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8179" y="5681019"/>
            <a:ext cx="6537856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kern="100" spc="-11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Y6 = 1 and Y2 = 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38179" y="6259967"/>
            <a:ext cx="6766450" cy="38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Y6 wins, so A2A1A0=110 and V=1.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671303" y="0"/>
            <a:ext cx="3520392" cy="6858000"/>
          </a:xfrm>
          <a:prstGeom prst="roundRect">
            <a:avLst>
              <a:gd name="adj" fmla="val 4329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353" y="19050"/>
            <a:ext cx="3482293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255F74-6299-BE27-BC32-3E4AA53B9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5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62301" cy="6858000"/>
          </a:xfrm>
          <a:prstGeom prst="roundRect">
            <a:avLst>
              <a:gd name="adj" fmla="val 3846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62301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76678" y="626940"/>
            <a:ext cx="7315017" cy="178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7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876678" y="900592"/>
            <a:ext cx="6705432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500" kern="100" spc="-13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Where priority encoders are useful</a:t>
            </a:r>
            <a:endParaRPr lang="en-US" sz="2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8" y="1867991"/>
            <a:ext cx="685684" cy="6857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6678" y="2786190"/>
            <a:ext cx="327651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100" spc="-9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Interrupt controllers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876678" y="3264322"/>
            <a:ext cx="3276518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Service the most urgent request first.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592" y="1867991"/>
            <a:ext cx="685684" cy="6857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05592" y="2786190"/>
            <a:ext cx="327651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100" spc="-9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Bus arbitration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305592" y="3264322"/>
            <a:ext cx="3276518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Choose one requester when several devices compete.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678" y="4226322"/>
            <a:ext cx="685684" cy="6857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76678" y="5144520"/>
            <a:ext cx="327651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100" spc="-9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Keyboard and switch scanning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4876678" y="5919813"/>
            <a:ext cx="3276518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Convert one active line into a compact code.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5592" y="4226322"/>
            <a:ext cx="685684" cy="68570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05592" y="5144520"/>
            <a:ext cx="327651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100" spc="-9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CPU and embedded control logic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8305592" y="5919813"/>
            <a:ext cx="3276518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Reduce many request lines to a small encoded interface.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8054" y="626745"/>
            <a:ext cx="349548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44865" y="1300797"/>
            <a:ext cx="10972526" cy="82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5400" kern="100" spc="-6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545839" y="2971603"/>
            <a:ext cx="6473115" cy="3259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2100"/>
              </a:spcAft>
              <a:buNone/>
            </a:pPr>
            <a:r>
              <a:rPr lang="en-US" sz="2600" b="1" dirty="0">
                <a:solidFill>
                  <a:srgbClr val="E6E9FF"/>
                </a:solidFill>
                <a:latin typeface="Times New Roman" panose="02020603050405020304" pitchFamily="18" charset="0"/>
                <a:ea typeface="Lexend" pitchFamily="34" charset="-122"/>
                <a:cs typeface="Times New Roman" panose="02020603050405020304" pitchFamily="18" charset="0"/>
              </a:rPr>
              <a:t>2620040029 - MAHITHA CHOWDARY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2000"/>
              </a:lnSpc>
              <a:spcAft>
                <a:spcPts val="2100"/>
              </a:spcAft>
              <a:buNone/>
            </a:pPr>
            <a:r>
              <a:rPr lang="en-US" sz="2600" b="1" dirty="0">
                <a:solidFill>
                  <a:srgbClr val="E6E9FF"/>
                </a:solidFill>
                <a:latin typeface="Times New Roman" panose="02020603050405020304" pitchFamily="18" charset="0"/>
                <a:ea typeface="Lexend" pitchFamily="34" charset="-122"/>
                <a:cs typeface="Times New Roman" panose="02020603050405020304" pitchFamily="18" charset="0"/>
              </a:rPr>
              <a:t>2620040030 - DHARANI KOLASANI</a:t>
            </a:r>
          </a:p>
          <a:p>
            <a:pPr>
              <a:lnSpc>
                <a:spcPct val="112000"/>
              </a:lnSpc>
              <a:spcAft>
                <a:spcPts val="2100"/>
              </a:spcAft>
            </a:pPr>
            <a:r>
              <a:rPr lang="en-US" sz="2600" b="1" dirty="0">
                <a:solidFill>
                  <a:srgbClr val="E6E9FF"/>
                </a:solidFill>
                <a:latin typeface="Times New Roman" panose="02020603050405020304" pitchFamily="18" charset="0"/>
                <a:ea typeface="Lexend" pitchFamily="34" charset="-122"/>
                <a:cs typeface="Times New Roman" panose="02020603050405020304" pitchFamily="18" charset="0"/>
              </a:rPr>
              <a:t>2620030695 - SUHAS REDDY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E6E9FF"/>
                </a:solidFill>
                <a:latin typeface="Times New Roman" panose="02020603050405020304" pitchFamily="18" charset="0"/>
                <a:ea typeface="Lexend" pitchFamily="34" charset="-122"/>
                <a:cs typeface="Times New Roman" panose="02020603050405020304" pitchFamily="18" charset="0"/>
              </a:rPr>
              <a:t>2620040031 - SYANTHANA PRIYA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500</Words>
  <Application>Microsoft Office PowerPoint</Application>
  <PresentationFormat>Widescreen</PresentationFormat>
  <Paragraphs>118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Martian Mono Medium</vt:lpstr>
      <vt:lpstr>Times New Roman</vt:lpstr>
      <vt:lpstr>Lexend</vt:lpstr>
      <vt:lpstr>Krona One</vt:lpstr>
      <vt:lpstr>Lexend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Mahitha Chowdary</dc:creator>
  <cp:lastModifiedBy>Syanthana Priya Vankayalapati</cp:lastModifiedBy>
  <cp:revision>5</cp:revision>
  <dcterms:created xsi:type="dcterms:W3CDTF">2026-10-14T09:51:38Z</dcterms:created>
  <dcterms:modified xsi:type="dcterms:W3CDTF">2026-10-15T08:16:48Z</dcterms:modified>
</cp:coreProperties>
</file>